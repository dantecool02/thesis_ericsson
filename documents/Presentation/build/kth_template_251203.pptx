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5"/>
  </p:notesMasterIdLst>
  <p:sldIdLst>
    <p:sldId id="261" r:id="rId2"/>
    <p:sldId id="256" r:id="rId3"/>
    <p:sldId id="260" r:id="rId4"/>
  </p:sldIdLst>
  <p:sldSz cx="12192000" cy="6858000"/>
  <p:notesSz cx="6858000" cy="9144000"/>
  <p:embeddedFontLst>
    <p:embeddedFont>
      <p:font typeface="Figtree" pitchFamily="2" charset="0"/>
      <p:regular r:id="rId6"/>
      <p:bold r:id="rId7"/>
      <p:italic r:id="rId8"/>
      <p:boldItalic r:id="rId9"/>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4" autoAdjust="0"/>
    <p:restoredTop sz="96327"/>
  </p:normalViewPr>
  <p:slideViewPr>
    <p:cSldViewPr snapToGrid="0">
      <p:cViewPr varScale="1">
        <p:scale>
          <a:sx n="78" d="100"/>
          <a:sy n="78" d="100"/>
        </p:scale>
        <p:origin x="52"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viewProps" Target="viewProps.xml"/><Relationship Id="rId5" Type="http://schemas.openxmlformats.org/officeDocument/2006/relationships/notesMaster" Target="notesMasters/notesMaster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2025-12-03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2025-12-03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2025-12-03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2025-12-03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2025-12-03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9594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a:p>
        </p:txBody>
      </p:sp>
    </p:spTree>
    <p:extLst>
      <p:ext uri="{BB962C8B-B14F-4D97-AF65-F5344CB8AC3E}">
        <p14:creationId xmlns:p14="http://schemas.microsoft.com/office/powerpoint/2010/main" val="208122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14614124"/>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 PPT template 251203.potx" id="{B9D87BD4-659E-40F0-9595-7EDEBA7F7B08}" vid="{8372EC08-571E-42EA-AAF5-CEC4489AF2D9}"/>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TotalTime>
  <Words>0</Words>
  <Application>Microsoft Office PowerPoint</Application>
  <PresentationFormat>Widescreen</PresentationFormat>
  <Paragraphs>0</Paragraphs>
  <Slides>3</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Calibri</vt:lpstr>
      <vt:lpstr>Arial</vt:lpstr>
      <vt:lpstr>Figtree</vt:lpstr>
      <vt:lpstr>Office-tema</vt:lpstr>
      <vt:lpstr>PowerPoint Presentation</vt:lpstr>
      <vt:lpstr>PowerPoint Presentation</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Malin Modig</dc:creator>
  <cp:lastModifiedBy>Tove Guldbrand</cp:lastModifiedBy>
  <cp:revision>7</cp:revision>
  <dcterms:created xsi:type="dcterms:W3CDTF">2025-11-27T14:16:18Z</dcterms:created>
  <dcterms:modified xsi:type="dcterms:W3CDTF">2025-12-03T08:33:26Z</dcterms:modified>
</cp:coreProperties>
</file>